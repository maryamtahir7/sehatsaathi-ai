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t_cover_slide_17887939415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oblem_solution_slide_1788793958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2"/>
            <a:ext cx="12188952" cy="6784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SehatSaathi AI — 8 Healthcare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14400"/>
            <a:ext cx="2834640" cy="132588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1005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🔬 AI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MRI, X-Ray &amp; Skin Analysis
ONNX CNN Models • ~99%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2968" y="914400"/>
            <a:ext cx="2834640" cy="132588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82696" y="1005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🩺 Symptom Checker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2696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132 symptoms → 41 diseases
ONNX SVC ML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7336" y="914400"/>
            <a:ext cx="2834640" cy="132588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1005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🤖 AI Chat (EN/UR)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Groq LLaMA 3.3-70b
Bilingual Urdu + English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61704" y="914400"/>
            <a:ext cx="2834640" cy="132588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1005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📜 Prescription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Tesseract.js — offline
Photo → Medicine table → Cart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350008"/>
            <a:ext cx="2834640" cy="132588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441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💊 Pharmacy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2852928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15,000+ real medicines
COD checkout, search &amp; filter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2350008"/>
            <a:ext cx="2834640" cy="132588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82696" y="2441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🏥 Hospital Locator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2696" y="2852928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OpenStreetMap via Leaflet
Filter by city &amp; specialty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17336" y="2350008"/>
            <a:ext cx="2834640" cy="132588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2441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🥗 Diet Planner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852928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Disease-specific meal plans
Calorie &amp; BMR calculation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61704" y="2350008"/>
            <a:ext cx="2834640" cy="132588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2441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📊 Admin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852928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Revenue, orders, AI stats
Role-gated via Appwrite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6309360"/>
            <a:ext cx="6702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0B981"/>
                </a:solidFill>
              </a:rPr>
              <a:t>"One platform. Every healthcare need."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System Architecture</a:t>
            </a:r>
          </a:p>
        </p:txBody>
      </p:sp>
      <p:pic>
        <p:nvPicPr>
          <p:cNvPr id="4" name="Picture 3" descr="system_architecture_17887938188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11823192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AI / ML Pipeline</a:t>
            </a:r>
          </a:p>
        </p:txBody>
      </p:sp>
      <p:pic>
        <p:nvPicPr>
          <p:cNvPr id="4" name="Picture 3" descr="ml_pipeline_diagram_1788793883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11823192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User Journey Flow</a:t>
            </a:r>
          </a:p>
        </p:txBody>
      </p:sp>
      <p:pic>
        <p:nvPicPr>
          <p:cNvPr id="4" name="Picture 3" descr="user_flow_diagram_17887938308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11823192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AI Chat Assistant — Bilingual (EN / اردو)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5394960" cy="50292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🇬🇧 English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User: "I have chest pain for 2 days"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SehatBot: "Chest pain lasting more than a few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minutes can indicate cardiac issues. If the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pain is severe or spreading to your arm,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please seek emergency care immediately.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Please consult a qualified healthcare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professional for accurate diagnosis."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868680"/>
            <a:ext cx="6035040" cy="50292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9601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🇵🇰 اردو موڈ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41732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صارف: "مجھے 2 دن سے سینے میں درد ہے"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سیہت ساتھی: "سینے میں درد سنجیدہ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ہو سکتا ہے۔ اگر درد شدید ہو یا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بازو تک پھیلے تو فوری طور پر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ایمرجنسی سے رابطہ کریں۔"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Powered by: Groq LLaMA 3.3-70b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Speed: ~500 tokens/second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Prescription OCR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3474720" cy="50292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📷 Photo of handwritten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   or printed prescription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Drag &amp; drop or click to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upload on any device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Image compressed to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max 1200px for WASM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868680"/>
            <a:ext cx="4114800" cy="50292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960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41732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⚙  Tesseract.js WASM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   (100% offline, in browser)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⚙  Image → raw text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⚙  Heuristic parser: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   tab / cap / syp / inj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   mg / od / bd / tds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⚙  Fallback: OCR.space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868680"/>
            <a:ext cx="3749039" cy="50292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960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41732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✅ Structured medicine table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  Amoxicillin 500  Capsule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  Paracetamol 500  Tablet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  Brufen 400       Tablet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[ + Cart ]  per medicine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[ Add ALL to Cart ]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</a:rPr>
              <a:t>→ Checkout → COD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Technology Stack</a:t>
            </a:r>
          </a:p>
        </p:txBody>
      </p:sp>
      <p:pic>
        <p:nvPicPr>
          <p:cNvPr id="4" name="Picture 3" descr="tech_stack_slide_1788793893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11823192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9488"/>
                </a:solidFill>
              </a:rPr>
              <a:t>🌐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</a:rPr>
              <a:t>https://sehat-saathi-ai.vercel.app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</a:rPr>
              <a:t>STEP 1 →  /diagnostics   — Upload a brain MRI or chest X-Ray image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</a:rPr>
              <a:t>STEP 2 →  /symptoms      — Select: fever, headache, nausea → predict disease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</a:rPr>
              <a:t>STEP 3 →  /chat          — Ask a health question in Urdu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</a:rPr>
              <a:t>STEP 4 →  /prescription  — Upload a prescription photo → OCR → Cart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FFFFFF"/>
                </a:solidFill>
              </a:rPr>
              <a:t>STEP 5 →  /pharmacy      — Browse medicines → Checkout → COD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GitHub: github.com/maryamtahir7/SehatSaathi-AI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Impact &amp;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474720" cy="22860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</a:rPr>
              <a:t>~99%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Brain Tumor
Model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914400"/>
            <a:ext cx="3474720" cy="22860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051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</a:rPr>
              <a:t>132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Symptoms
Supported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914400"/>
            <a:ext cx="3474720" cy="22860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051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</a:rPr>
              <a:t>15,000+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Medicines
in Pharmacy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74720"/>
            <a:ext cx="3474720" cy="22860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</a:rPr>
              <a:t>&lt; 5 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Full AI
Diagnosis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474720"/>
            <a:ext cx="3474720" cy="22860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611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</a:rPr>
              <a:t>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Diseases
Predicted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474720"/>
            <a:ext cx="3474720" cy="22860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6118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</a:rPr>
              <a:t>2 langs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English
&amp; Urdu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9488"/>
                </a:solidFill>
              </a:rPr>
              <a:t>What We Built  &amp; 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5303520" cy="5029200"/>
          </a:xfrm>
          <a:prstGeom prst="rect">
            <a:avLst/>
          </a:prstGeom>
          <a:solidFill>
            <a:srgbClr val="0D1F3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✅  8 AI Healthcare Modules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✅  4 ONNX ML Models (trained)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✅  Bilingual EN / Urdu (RTL)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✅  15,000+ Medicine Database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✅  Live on Vercel — production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✅  Full E-Commerce Cart + COD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✅  Appwrite Auth &amp; Database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✅  Admin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868680"/>
            <a:ext cx="6126480" cy="5029200"/>
          </a:xfrm>
          <a:prstGeom prst="rect">
            <a:avLst/>
          </a:prstGeom>
          <a:solidFill>
            <a:srgbClr val="0D1F3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9601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🚀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41732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v1.1 →  Voice input (Web Speech API)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v1.1 →  WhatsApp Bot for rural users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v1.2 →  Telemedicine video calls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v1.2 →  Retinal &amp; blood report OCR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v2.0 →  React Native mobile app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v2.0 →  Wearables integration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v2.0 →  Pakistan Govt. hospital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12648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B981"/>
                </a:solidFill>
              </a:rPr>
              <a:t>"SehatSaathi AI — Making healthcare intelligent, accessible, and human."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