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0B981"/>
                </a:solidFill>
              </a:rPr>
              <a:t>SehatSaathi AI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33333"/>
                </a:solidFill>
              </a:rPr>
              <a:t>Alibaba Cloud Hackathon Presentation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333333"/>
                </a:solidFill>
              </a:rPr>
              <a:t>Intelligent Healthcare Ecosystem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</a:rPr>
              <a:t>The Healthcare Gap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Lack of accessible, immediate diagnostic tools.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Solution: A unified portal for CV diagnostics, OCR, and Pharmacy.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Architecture: Vercel Serverless (Next.js + FastAPI).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</a:rPr>
              <a:t>System Architecture</a:t>
            </a:r>
            <a:endParaRPr lang="en-US" sz="3200" dirty="0"/>
          </a:p>
        </p:txBody>
      </p:sp>
      <p:pic>
        <p:nvPicPr>
          <p:cNvPr id="3" name="Image 0" descr="architecture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097280"/>
            <a:ext cx="73152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</a:rPr>
              <a:t>Core Intelligence Modules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1. Medical Image Analysis (Multi-Modal CV &amp; Heuristics)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2. Optical Prescription Parser (Cloud OCR + NLP Matching)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3. Predictive Symptom Analysis (Statistical ML)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4. Integrated Pharmacy Ecosystem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2026-09-04T13:38:30Z</dcterms:created>
  <dcterms:modified xsi:type="dcterms:W3CDTF">2026-09-04T13:38:30Z</dcterms:modified>
</cp:coreProperties>
</file>